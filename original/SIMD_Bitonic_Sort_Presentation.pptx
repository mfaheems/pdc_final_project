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45752" cy="4114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94457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SIMD Bitonic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0E0EF"/>
                </a:solidFill>
              </a:rPr>
              <a:t>High-Performance Sorting Using SIMD Parallelism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3291840"/>
            <a:ext cx="39593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520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8"/>
                </a:solidFill>
              </a:rPr>
              <a:t>Parallel &amp; Distributed Computing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31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</a:rPr>
              <a:t>SIMD • Bitonic Sort • AVX / NEON • Merge 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8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Problem Area &amp;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94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Sorting is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9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Graphics, databases, physics engines, compression — all depend on fast sorting.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std::sort is too 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Sequential comparison-based sort processes one element pair at a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083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Small arrays are neglected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Existing fast sorts target large arrays. Small arrays (&lt; 200 elements) are called millions of times per second in real workloads.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667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CPU potential wasted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0448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Modern CPUs can compare 8 floats simultaneously via AVX registers — but standard sort never uses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577840" cy="5394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143000"/>
            <a:ext cx="5577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Why It Is Important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916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7× speedup over std::sort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29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Benchmarked on real hardware — not theoretical.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500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Cache-friendly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87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Sorting stays inside CPU registers — almost zero memory traffic during sort.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083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Branch-free hot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Fixed comparison network means no mispredicted branches — the CPU pipeline stays full.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667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Real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0448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Image compression (8×8 blocks), KD-tree construction, physics simulations — all sort small float arrays repeatedly.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251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▸  Portable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6285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   Single header file works on x86 (AVX) and ARM (NEON) with the same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Central Contribution &amp; Parallelism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What Kind of Parallelism?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581912"/>
            <a:ext cx="53400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Data parallelism — the same min/max operation applied to 8 floats simultaneously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AVX register holds 8 floats; one instruction compares all 8 pairs at once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NEON register holds 4 floats; same principle on ARM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No task parallelism — single threaded, but maximally wide per instruction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143000"/>
            <a:ext cx="566928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143000"/>
            <a:ext cx="56692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Parallelization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581912"/>
            <a:ext cx="53400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Decomposition: array split into vectors (chunks of 8 floats each)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Each vector sorted independently with simd_sort_1V (no communication needed)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Orchestration: sorted vectors merged using bitonic merge network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For large arrays: tiled merge sort — each tile ≤ 192 floats sorted by SIMD, then merged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566928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023360"/>
            <a:ext cx="56692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Data Locality &amp; Cache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4462272"/>
            <a:ext cx="53400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Small sort (≤192 floats) fits entirely in L1 cache — zero cache misses during sort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Load once from RAM → sort inside registers → store once back to RAM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Tile size (192) chosen so working set stays in L1/L2 cache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Merge phase uses temporary buffers — only necessary memory copies made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4023360"/>
            <a:ext cx="5669280" cy="2651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4023360"/>
            <a:ext cx="56692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Bitonic Network — The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462272"/>
            <a:ext cx="534009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Fixed sequence of compare-and-swap operations — no data-dependent branching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Round 1: compare distance-1 pairs → Round 2: distance-3 → ... → Round 6: full sort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Every round: shuffle → parallel min → parallel max → blend result</a:t>
            </a:r>
          </a:p>
          <a:p>
            <a:pPr>
              <a:spcAft>
                <a:spcPts val="400"/>
              </a:spcAft>
              <a:defRPr sz="1000">
                <a:solidFill>
                  <a:srgbClr val="B0C4D8"/>
                </a:solidFill>
              </a:defRPr>
            </a:pPr>
            <a:r>
              <a:t>▸  Same network topology regardless of input values — predictable pipeline behaviour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How the Problem Is Solved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9144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252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353312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3075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Read floats from RAM into SIMD registers (8 at a time). Partial vectors padded with +∞ so they sort to the end and are discarded on store.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47088"/>
            <a:ext cx="146304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48256"/>
            <a:ext cx="9144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84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3225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Sort 1V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212848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671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simd_sort_1V: 6 rounds of shuffle → min/max → blend inside one register. Sorts 8 floats with ~18 SIMD instructions. Zero memory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06624"/>
            <a:ext cx="146304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907792"/>
            <a:ext cx="9144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443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182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Sort 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072384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0266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simd_sort_NV builds recursively: sort_4V = sort_2V(a,b) + sort_2V(c,d) + merge_4V. Scales from 2 to 24 vectors (up to 192 floats).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66160"/>
            <a:ext cx="146304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67328"/>
            <a:ext cx="9144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803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041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Merge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3931920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3886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simd_merge_2V_sorted: reverse one vector, min/max against the other → bitonic sequence → aftermerge rounds finish it. All in registers.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25696"/>
            <a:ext cx="146304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626864"/>
            <a:ext cx="9144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6634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901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Store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720" y="4791456"/>
            <a:ext cx="5029200" cy="411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47457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Write sorted registers back to RAM. Partial last vector writes only the real elements — +∞ padding discarded.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1143000"/>
            <a:ext cx="5394960" cy="5394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1143000"/>
            <a:ext cx="53949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Call Hierarchy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1627632"/>
            <a:ext cx="51206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0E0EF"/>
                </a:solidFill>
                <a:latin typeface="Courier New"/>
              </a:defRPr>
            </a:pPr>
            <a:r>
              <a:t>simd_merge_sort(array, n)</a:t>
            </a:r>
            <a:br/>
            <a:r>
              <a:t>│</a:t>
            </a:r>
            <a:br/>
            <a:r>
              <a:t>├─ n ≤ 192</a:t>
            </a:r>
            <a:br/>
            <a:r>
              <a:t>│    └─ simd_small_sort()</a:t>
            </a:r>
            <a:br/>
            <a:r>
              <a:t>│         ├─ load into registers</a:t>
            </a:r>
            <a:br/>
            <a:r>
              <a:t>│         ├─ simd_sort_NV()</a:t>
            </a:r>
            <a:br/>
            <a:r>
              <a:t>│         │    ├─ simd_sort_1V()   [6 rounds]</a:t>
            </a:r>
            <a:br/>
            <a:r>
              <a:t>│         │    ├─ simd_sort_1V()</a:t>
            </a:r>
            <a:br/>
            <a:r>
              <a:t>│         │    └─ simd_merge_NV_sorted()</a:t>
            </a:r>
            <a:br/>
            <a:r>
              <a:t>│         └─ store to memory</a:t>
            </a:r>
            <a:br/>
            <a:r>
              <a:t>│</a:t>
            </a:r>
            <a:br/>
            <a:r>
              <a:t>└─ n &gt; 192</a:t>
            </a:r>
            <a:br/>
            <a:r>
              <a:t>     └─ merge_sort()</a:t>
            </a:r>
            <a:br/>
            <a:r>
              <a:t>          ├─ sort left  (recurse / simd_small_sort)</a:t>
            </a:r>
            <a:br/>
            <a:r>
              <a:t>          ├─ sort right (recurse / simd_small_sort)</a:t>
            </a:r>
            <a:br/>
            <a:r>
              <a:t>          └─ merge_arrays()  [SIMD merge]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Gap /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Limitations &amp; Further Optimization Potential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430000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64008" cy="9326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0" y="1426464"/>
            <a:ext cx="91440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1444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25296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  Single-Threaded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179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The entire sort runs on one CPU core. All other cores sit idle. For large arrays this is the biggest missed opportunity — the tile sort phase is embarrassingly parallel.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12848"/>
            <a:ext cx="11430000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12848"/>
            <a:ext cx="64008" cy="9326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98480" y="2468880"/>
            <a:ext cx="91440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2487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6771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2  Branchy SIMD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60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merge_arrays() contains an if/else that decides whether to load from left or right half each iteration. This breaks CPU branch prediction and stalls the pipeline unnecessarily.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55263"/>
            <a:ext cx="11430000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55263"/>
            <a:ext cx="64008" cy="9326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98480" y="3511296"/>
            <a:ext cx="91440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0" y="352958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10127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  No Prefetching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02735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When processing large arrays the CPU frequently stalls waiting for data from RAM. _mm_prefetch hints could load the next chunk into cache while sorting the current one — essentially free latency hiding.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97679"/>
            <a:ext cx="11430000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97679"/>
            <a:ext cx="64008" cy="9326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98480" y="4553712"/>
            <a:ext cx="91440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45719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52543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4  AVX-512 Not 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45151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Modern Intel server and desktop CPUs support AVX-512 (16 floats per register vs 8). Porting the bitonic network to AVX-512 would double throughput per instruction with identical algorithm logic.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340095"/>
            <a:ext cx="11430000" cy="9326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340095"/>
            <a:ext cx="64008" cy="932688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98480" y="5596127"/>
            <a:ext cx="914400" cy="347472"/>
          </a:xfrm>
          <a:prstGeom prst="rect">
            <a:avLst/>
          </a:prstGeom>
          <a:solidFill>
            <a:srgbClr val="6BF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56144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94959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5  Hardcoded Tile 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87567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8"/>
                </a:solidFill>
              </a:rPr>
              <a:t>simd_small_sort_max() always returns 192 regardless of CPU. Optimal tile size should match L1 cache size — a smaller L1 cache will suffer unnecessary cache misses with the current fixed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Proposed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What We Will Implement, Adapt &amp; Evaluate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947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94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344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Implement
OpenMP Threading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Parallelize the tile-sort phase using #pragma omp parallel for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Each thread independently calls simd_small_sort on its tile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Tiles are fully independent — zero synchronization needed during sort phase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Merge phase remains sequential as baseline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Expected: near-linear speedup with core count on large arrays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37947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3794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2344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Implement
Branchless 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Replace the if/else branch in merge_arrays with masked SIMD loads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Use _mm256_blendv_ps to select from left or right without branching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Eliminates branch misprediction stalls in the merge hot loop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Keeps the rest of the SIMD merge logic identical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Expected: measurable throughput improvement on large arrays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143000"/>
            <a:ext cx="37947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143000"/>
            <a:ext cx="3794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12344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Evaluate
AVX-512 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192024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Port simd_sort_1V to AVX-512 — 16 floats per register instead of 8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Bitonic network rounds stay identical, just wider shuffle/blend masks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simd_small_sort_max grows from 192 to 384 floats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Benchmark on AVX-512 capable hardware vs current AVX baseline</a:t>
            </a:r>
          </a:p>
          <a:p>
            <a:pPr>
              <a:spcAft>
                <a:spcPts val="600"/>
              </a:spcAft>
              <a:defRPr sz="1000">
                <a:solidFill>
                  <a:srgbClr val="B0C4D8"/>
                </a:solidFill>
              </a:defRPr>
            </a:pPr>
            <a:r>
              <a:t>▸  Expected: up to 2x throughput on supported CPUs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473952"/>
            <a:ext cx="1164031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Out of scope:  MPI (network overhead kills small-array benefit)  •  CUDA (copy latency dominates for small arrays)  •  Key-value sorting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Preliminary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</a:rPr>
              <a:t>Tools, Languages, Platforms &amp;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Tools &amp;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C99 / C++17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585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SIMD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2585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Intel AVX2 intrinsics (_mm256_*)  +  ARM NEON (arm_neon.h)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254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Threading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825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OpenMP 4.5  (#pragma omp parallel for)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6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9242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Compiler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924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GCC / Clang  with  -mavx2 -fopenmp -O3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66744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593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593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x86-64 Linux / Windows  (AVX2 required)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33672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26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5262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sokol_time.h  (already in repo)  +  custom harness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93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093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std::sort  vs  original simd_merge_sort  vs  new version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67528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601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0E0EF"/>
                </a:solidFill>
              </a:rPr>
              <a:t>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660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perf stat  /  Intel VTune  for cache miss &amp; IPC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34456"/>
            <a:ext cx="3566160" cy="9144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1143000"/>
            <a:ext cx="7223760" cy="5440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1143000"/>
            <a:ext cx="7223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123444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Implementation Roadmap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1691640"/>
            <a:ext cx="105156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17282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Week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002536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</a:rPr>
              <a:t>Baseline &amp; Benchmarking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828800"/>
            <a:ext cx="576072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17830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Set up benchmark harness. Profile existing code with perf/VTune. Record throughput for array sizes 8 → 10M floats. Establish baseline numbers for std::sort and current simd_merge_sort.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2496312"/>
            <a:ext cx="13716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92040" y="2679192"/>
            <a:ext cx="105156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27157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Week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2990088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</a:rPr>
              <a:t>OpenMP Tile Parallelism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2816352"/>
            <a:ext cx="576072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2770632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Add #pragma omp parallel for over tile sort phase. Verify correctness with randomized test suite. Benchmark across 1, 2, 4, 8, 16 threads. Measure scaling efficiency.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3483864"/>
            <a:ext cx="13716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92040" y="3666744"/>
            <a:ext cx="105156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37033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Week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3977639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</a:rPr>
              <a:t>Branchless SIMD Merge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803904"/>
            <a:ext cx="576072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3758183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Replace if/else in merge_arrays with masked SIMD loads (_mm256_blendv_ps). Benchmark merge-dominated workloads (large arrays already sorted in tiles). Measure branch-miss reduction via perf stat.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4471416"/>
            <a:ext cx="13716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92040" y="4654296"/>
            <a:ext cx="105156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92040" y="46908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Week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92040" y="4965192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0D1B2A"/>
                </a:solidFill>
              </a:rPr>
              <a:t>AVX-512 Port + Final Evaluation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4791456"/>
            <a:ext cx="5760720" cy="594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745736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Port simd_sort_1V and bitonic network to __m512 (16-wide). Run full benchmark suite. Compile results table: std::sort vs original vs +OpenMP vs +branchless vs +AVX-512.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61872"/>
            <a:ext cx="39593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361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517904"/>
            <a:ext cx="886968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17904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8"/>
                </a:solidFill>
              </a:rPr>
              <a:t>Small float arrays are sorted millions of times per second in real workloads — std::sort wastes CPU potential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76272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494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Core Idea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231136"/>
            <a:ext cx="886968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231136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8"/>
                </a:solidFill>
              </a:rPr>
              <a:t>Bitonic sort mapped onto SIMD registers — 8 comparisons per instruction, all work in registers, near-zero memory traffic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2889504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62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944368"/>
            <a:ext cx="886968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944368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8"/>
                </a:solidFill>
              </a:rPr>
              <a:t>Fixed comparison network (shuffle → min → max → blend) × 6 rounds per vector, scaled up to 24 vectors via recursive merge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602736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758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657600"/>
            <a:ext cx="886968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3657600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8"/>
                </a:solidFill>
              </a:rPr>
              <a:t>Single-threaded, branchy merge, no prefetch, no AVX-512, hardcoded tile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315968"/>
            <a:ext cx="1371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Proposed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370832"/>
            <a:ext cx="8869680" cy="43891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4370832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8"/>
                </a:solidFill>
              </a:rPr>
              <a:t>OpenMP tile parallelism + branchless merge + AVX-512 port — targeting measurable speedup over the already-fast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